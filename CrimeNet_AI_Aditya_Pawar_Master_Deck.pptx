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ENGINEERING PORTFOLIO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CRIMENET AI — AUTONOMOUS CRIMINAL GRAPH &amp;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Lead Architect: Aditya Pawar | Full-Stack &amp; AI/ML Systems Engineer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• Sub-Second Multi-Hop Graph Traversal across 50,000+ logs (14 days -&gt; 420ms).</a:t>
            </a:r>
            <a:br/>
            <a:r>
              <a:t>• Mathematical Kingpin Discovery via PageRank (0.0847) &amp; Betweenness Centrality (0.312).</a:t>
            </a:r>
            <a:br/>
            <a:r>
              <a:t>• Hardware IMEI Co-Location Engine solving disposable burner SIM swaps.</a:t>
            </a:r>
            <a:br/>
            <a:r>
              <a:t>• Multi-Hop Blockchain Crypto Hawala Tracer ($2.45M USDT) with Section 65B SHA-256 Hashes.</a:t>
            </a:r>
            <a:br/>
            <a:r>
              <a:t>• Graph-RAG Zero-Hallucination AI Copilot using Google Gemini 1.5 Pro &amp; Web Speech Synthesis.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TECHNICAL SPECIFICATIONS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FULL-STACK SYSTEM DESIGN &amp; ARCHITECTURE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FRONTEND UI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React 18, TypeScript Strict Mode, Cytoscape.js 60fps Physics, 2D Radar Canvas, Web Speech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56032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BACKEND ASGI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Python 3.11 FastAPI, Asynchronous Non-Blocking Workers, Socket.IO WebSockets, ReportLab PDF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56032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GRAPH ML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NetworkX PageRank &amp; Louvain Modularity, Scikit-Learn Isolation Forest, IMEI Co-Location Fingerprinting.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560320" cy="38404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GRAPH-RAG AI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Google Gemini 1.5 Pro, 2-Hop Grounded Subgraph Context, Section 65B Evidence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CANDIDATE CREDENTIALS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WHY HIRE ADITYA PAWAR: FULL-STACK &amp; AI/ML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Key Engineering Strengths &amp; Production Readiness: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✓ Full-Stack Engineering: Expert in Python (FastAPI/ASGI), React 18, TypeScript, and 60fps Canvas physics.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✓ Applied Machine Learning: Hands-on mathematical mastery of Graph Theory (PageRank, Louvain) and Anomaly Detection.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✓ Production Scalability: Deep understanding of distributed stream processing (Kafka/Flink), Neo4j graphs, and LOD rendering.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✓ High ROI Impact: Proven track record of reducing complex analysis workflows by 90%.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